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87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1414"/>
                </a:solidFill>
              </a:rPr>
              <a:t>VLN Notebook Code Review (R = Read, X = Execute)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Your tasks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VLN-23 (r+x): Run/execute Usama’s code.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VLN-24: Identify issues + make module diagram with datatypes.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Document what ran, what failed, and why.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What you will show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1) Pipeline diagram (modules + datatypes)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2) Weak points/issues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3) Execution checklist + errors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571419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141414"/>
                </a:solidFill>
              </a:rPr>
              <a:t>Inputs the Notebook Expects</a:t>
            </a:r>
            <a:endParaRPr lang="en-CA" sz="3600" b="1" dirty="0">
              <a:solidFill>
                <a:srgbClr val="141414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Connectivity JSON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Path: connectivity/&lt;scene_id&gt;_connectivity.json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Purpose: adjacency between viewpoints + pose info.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MapGPT tasks JSON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File: MapGPT_72_scenes_processed.json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Fields: scan, path_id, path (list of viewpoint ids), instruction.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Perception output (optional)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File: perception_model_output.json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Used only for semantic/instruction scoring.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282442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141414"/>
                </a:solidFill>
              </a:rPr>
              <a:t>Core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5943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1) Build Graph (X)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Read connectivity → create G (nx.Graph)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Extract poses: dict[node_id → (x,y,z)]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2) Plan Path (X)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Input: G + start/goal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Output: planned_path: list[node_id]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3) Evaluate (X)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Compare planned_path vs true_path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Compute success, SPL, nav error, overlap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4) Export (X)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Write JSON/CSV + optional plots</a:t>
            </a:r>
          </a:p>
        </p:txBody>
      </p:sp>
      <p:pic>
        <p:nvPicPr>
          <p:cNvPr id="4" name="Picture 3" descr="Graph Builder Connectivity-2026-02-24-16503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280160"/>
            <a:ext cx="4754880" cy="46867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41553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141414"/>
                </a:solidFill>
              </a:rPr>
              <a:t>Module 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Connectivity → Graph Builder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connectivity_records: list[dict]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Graph Builder → Planner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G: nx.Graph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poses: dict[str, np.array(3)]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Planner → Metrics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planned_path: list[str]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MapGPT Tasks → Metrics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true_path: list[str], instruction: str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Metrics → Export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metrics: dict[str,float] or pandas.DataFrame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1414"/>
                </a:solidFill>
              </a:rPr>
              <a:t>Weak Points / Issues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Execution fragility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Hard-coded scene_id + relative paths; breaks if files aren’t in place.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Order-dependent globals across cells (rerun out of order = wrong state).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Planning quality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Unweighted shortest path used in places (ignores physical distance).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Path overlap uses set intersection (ignores order).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SLAM is placeholder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SimpleSLAM doesn’t truly use depth; randomness hurts reproducibility.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Maintainability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Duplicate helpers, repeated loading logic, mixed concerns.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1414"/>
                </a:solidFill>
              </a:rPr>
              <a:t>How to Execute (X) + What Usually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Before running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Need: connectivity/&lt;scene_id&gt;_connectivity.json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Need: MapGPT_72_scenes_processed.json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Optional: perception_model_output.json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Run order (minimum)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Imports → set scene_id → build graph/poses → load tasks → plan → metrics → export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Common failures to document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FileNotFoundError: missing JSON or wrong working directory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KeyError: unexpected JSON schema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Empty tasks: scene_id not in MapGPT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1414"/>
                </a:solidFill>
              </a:rPr>
              <a:t>What You Can Reuse for Your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Best reusable parts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Graph Builder (connectivity → nx.Graph)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A* / weighted planner using poses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Metrics + CSV/JSON export for progress reports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Multi-task runner to test many tasks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Use with caution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SimpleSLAM is not real SLAM (placeholder only)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t>Semantic scoring only matters if you have perception outputs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563</Words>
  <Application>Microsoft Macintosh PowerPoint</Application>
  <PresentationFormat>Widescreen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Rishubh Gusain</cp:lastModifiedBy>
  <cp:revision>2</cp:revision>
  <dcterms:created xsi:type="dcterms:W3CDTF">2013-01-27T09:14:16Z</dcterms:created>
  <dcterms:modified xsi:type="dcterms:W3CDTF">2026-02-25T18:59:34Z</dcterms:modified>
  <cp:category/>
</cp:coreProperties>
</file>