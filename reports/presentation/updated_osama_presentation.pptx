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44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6140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7582204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 dirty="0">
                <a:solidFill>
                  <a:srgbClr val="141414"/>
                </a:solidFill>
              </a:rPr>
              <a:t>Path Planning Notebook — </a:t>
            </a:r>
            <a:r>
              <a:rPr lang="en-CA" sz="3800" b="1" dirty="0">
                <a:solidFill>
                  <a:srgbClr val="141414"/>
                </a:solidFill>
              </a:rPr>
              <a:t>After run</a:t>
            </a:r>
            <a:endParaRPr sz="3800" b="1" dirty="0">
              <a:solidFill>
                <a:srgbClr val="141414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505050"/>
                </a:solidFill>
              </a:rPr>
              <a:t>VLN-23 (R+X) &amp; VLN-24 (Issues + Module Diagram)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6035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32323"/>
                </a:solidFill>
              </a:defRPr>
            </a:pPr>
            <a:r>
              <a:t>What I will show</a:t>
            </a:r>
          </a:p>
          <a:p>
            <a:pPr lvl="1">
              <a:defRPr sz="2000">
                <a:solidFill>
                  <a:srgbClr val="414141"/>
                </a:solidFill>
              </a:defRPr>
            </a:pPr>
            <a:r>
              <a:t>What the notebook does (modules + datatypes)</a:t>
            </a:r>
          </a:p>
          <a:p>
            <a:pPr lvl="1">
              <a:defRPr sz="2000">
                <a:solidFill>
                  <a:srgbClr val="414141"/>
                </a:solidFill>
              </a:defRPr>
            </a:pPr>
            <a:r>
              <a:t>How I executed it successfully (inputs → outputs)</a:t>
            </a:r>
          </a:p>
          <a:p>
            <a:pPr lvl="1">
              <a:defRPr sz="2000">
                <a:solidFill>
                  <a:srgbClr val="414141"/>
                </a:solidFill>
              </a:defRPr>
            </a:pPr>
            <a:r>
              <a:t>Key results files produced (CSV/JSON)</a:t>
            </a:r>
          </a:p>
          <a:p>
            <a:pPr lvl="1">
              <a:defRPr sz="2000">
                <a:solidFill>
                  <a:srgbClr val="414141"/>
                </a:solidFill>
              </a:defRPr>
            </a:pPr>
            <a:r>
              <a:t>Weak points + next improvements</a:t>
            </a:r>
          </a:p>
          <a:p>
            <a:pPr>
              <a:defRPr sz="2200">
                <a:solidFill>
                  <a:srgbClr val="232323"/>
                </a:solidFill>
              </a:defRPr>
            </a:pPr>
            <a:r>
              <a:t>Notebook</a:t>
            </a:r>
          </a:p>
          <a:p>
            <a:pPr lvl="1">
              <a:defRPr sz="2000">
                <a:solidFill>
                  <a:srgbClr val="414141"/>
                </a:solidFill>
              </a:defRPr>
            </a:pPr>
            <a:r>
              <a:t>path_planning.ipynb (Matterport connectivity + MapGPT tasks)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141414"/>
                </a:solidFill>
              </a:rPr>
              <a:t>What was required to make it run (X)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32323"/>
                </a:solidFill>
              </a:defRPr>
            </a:pPr>
            <a:r>
              <a:t>Inputs present in the correct paths</a:t>
            </a:r>
          </a:p>
          <a:p>
            <a:pPr lvl="1">
              <a:defRPr sz="2000">
                <a:solidFill>
                  <a:srgbClr val="414141"/>
                </a:solidFill>
              </a:defRPr>
            </a:pPr>
            <a:r>
              <a:t>connectivity/&lt;scene_id&gt;_connectivity.json</a:t>
            </a:r>
          </a:p>
          <a:p>
            <a:pPr lvl="1">
              <a:defRPr sz="2000">
                <a:solidFill>
                  <a:srgbClr val="414141"/>
                </a:solidFill>
              </a:defRPr>
            </a:pPr>
            <a:r>
              <a:t>MapGPT_72_scenes_processed.json</a:t>
            </a:r>
          </a:p>
          <a:p>
            <a:pPr lvl="1">
              <a:defRPr sz="2000">
                <a:solidFill>
                  <a:srgbClr val="414141"/>
                </a:solidFill>
              </a:defRPr>
            </a:pPr>
            <a:r>
              <a:t>Optional: perception_model_output.json</a:t>
            </a:r>
          </a:p>
          <a:p>
            <a:pPr>
              <a:defRPr sz="2200">
                <a:solidFill>
                  <a:srgbClr val="232323"/>
                </a:solidFill>
              </a:defRPr>
            </a:pPr>
            <a:r>
              <a:t>Correct run order (minimum)</a:t>
            </a:r>
          </a:p>
          <a:p>
            <a:pPr lvl="1">
              <a:defRPr sz="2000">
                <a:solidFill>
                  <a:srgbClr val="414141"/>
                </a:solidFill>
              </a:defRPr>
            </a:pPr>
            <a:r>
              <a:t>Imports → scene_id → build graph/poses → load tasks → plan → metrics → export</a:t>
            </a:r>
          </a:p>
          <a:p>
            <a:pPr>
              <a:defRPr sz="2200">
                <a:solidFill>
                  <a:srgbClr val="232323"/>
                </a:solidFill>
              </a:defRPr>
            </a:pPr>
            <a:r>
              <a:t>Typical fixes (if it previously failed)</a:t>
            </a:r>
          </a:p>
          <a:p>
            <a:pPr lvl="1">
              <a:defRPr sz="2000">
                <a:solidFill>
                  <a:srgbClr val="414141"/>
                </a:solidFill>
              </a:defRPr>
            </a:pPr>
            <a:r>
              <a:t>Place JSON files where the notebook expects them</a:t>
            </a:r>
          </a:p>
          <a:p>
            <a:pPr lvl="1">
              <a:defRPr sz="2000">
                <a:solidFill>
                  <a:srgbClr val="414141"/>
                </a:solidFill>
              </a:defRPr>
            </a:pPr>
            <a:r>
              <a:t>Ensure scene_id exists in MapGPT tasks</a:t>
            </a:r>
          </a:p>
          <a:p>
            <a:pPr lvl="1">
              <a:defRPr sz="2000">
                <a:solidFill>
                  <a:srgbClr val="414141"/>
                </a:solidFill>
              </a:defRPr>
            </a:pPr>
            <a:r>
              <a:t>Create output folders (planned_paths/) if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141414"/>
                </a:solidFill>
              </a:rPr>
              <a:t>Core Pipeline (R → X → Outputs)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60350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32323"/>
                </a:solidFill>
              </a:defRPr>
            </a:pPr>
            <a:r>
              <a:t>R: Connectivity JSON</a:t>
            </a:r>
          </a:p>
          <a:p>
            <a:pPr lvl="1">
              <a:defRPr sz="2000">
                <a:solidFill>
                  <a:srgbClr val="414141"/>
                </a:solidFill>
              </a:defRPr>
            </a:pPr>
            <a:r>
              <a:t>Adjacency between viewpoints + pose metadata</a:t>
            </a:r>
          </a:p>
          <a:p>
            <a:pPr>
              <a:defRPr sz="2200">
                <a:solidFill>
                  <a:srgbClr val="232323"/>
                </a:solidFill>
              </a:defRPr>
            </a:pPr>
            <a:r>
              <a:t>X: Graph Builder</a:t>
            </a:r>
          </a:p>
          <a:p>
            <a:pPr lvl="1">
              <a:defRPr sz="2000">
                <a:solidFill>
                  <a:srgbClr val="414141"/>
                </a:solidFill>
              </a:defRPr>
            </a:pPr>
            <a:r>
              <a:t>Builds G (nx.Graph) + poses (dict)</a:t>
            </a:r>
          </a:p>
          <a:p>
            <a:pPr>
              <a:defRPr sz="2200">
                <a:solidFill>
                  <a:srgbClr val="232323"/>
                </a:solidFill>
              </a:defRPr>
            </a:pPr>
            <a:r>
              <a:t>R: MapGPT Tasks</a:t>
            </a:r>
          </a:p>
          <a:p>
            <a:pPr lvl="1">
              <a:defRPr sz="2000">
                <a:solidFill>
                  <a:srgbClr val="414141"/>
                </a:solidFill>
              </a:defRPr>
            </a:pPr>
            <a:r>
              <a:t>Provides true_path (ground truth)</a:t>
            </a:r>
          </a:p>
          <a:p>
            <a:pPr>
              <a:defRPr sz="2200">
                <a:solidFill>
                  <a:srgbClr val="232323"/>
                </a:solidFill>
              </a:defRPr>
            </a:pPr>
            <a:r>
              <a:t>X: Planner + Metrics</a:t>
            </a:r>
          </a:p>
          <a:p>
            <a:pPr lvl="1">
              <a:defRPr sz="2000">
                <a:solidFill>
                  <a:srgbClr val="414141"/>
                </a:solidFill>
              </a:defRPr>
            </a:pPr>
            <a:r>
              <a:t>planned_path + evaluation metrics</a:t>
            </a:r>
          </a:p>
          <a:p>
            <a:pPr>
              <a:defRPr sz="2200">
                <a:solidFill>
                  <a:srgbClr val="232323"/>
                </a:solidFill>
              </a:defRPr>
            </a:pPr>
            <a:r>
              <a:t>X: Export</a:t>
            </a:r>
          </a:p>
          <a:p>
            <a:pPr lvl="1">
              <a:defRPr sz="2000">
                <a:solidFill>
                  <a:srgbClr val="414141"/>
                </a:solidFill>
              </a:defRPr>
            </a:pPr>
            <a:r>
              <a:t>CSV/JSON reports</a:t>
            </a:r>
          </a:p>
        </p:txBody>
      </p:sp>
      <p:pic>
        <p:nvPicPr>
          <p:cNvPr id="4" name="Picture 3" descr="Graph Builder Connectivity-2026-02-24-165038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371600"/>
            <a:ext cx="4663440" cy="45966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141414"/>
                </a:solidFill>
              </a:rPr>
              <a:t>Modules + What They Share (Datatypes)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11556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32323"/>
                </a:solidFill>
              </a:defRPr>
            </a:pPr>
            <a:r>
              <a:t>Connectivity → Graph Builder</a:t>
            </a:r>
          </a:p>
          <a:p>
            <a:pPr lvl="1">
              <a:defRPr sz="2000">
                <a:solidFill>
                  <a:srgbClr val="414141"/>
                </a:solidFill>
              </a:defRPr>
            </a:pPr>
            <a:r>
              <a:t>connectivity_records: list[dict]</a:t>
            </a:r>
          </a:p>
          <a:p>
            <a:pPr>
              <a:defRPr sz="2200">
                <a:solidFill>
                  <a:srgbClr val="232323"/>
                </a:solidFill>
              </a:defRPr>
            </a:pPr>
            <a:r>
              <a:t>Graph Builder → Planner</a:t>
            </a:r>
          </a:p>
          <a:p>
            <a:pPr lvl="1">
              <a:defRPr sz="2000">
                <a:solidFill>
                  <a:srgbClr val="414141"/>
                </a:solidFill>
              </a:defRPr>
            </a:pPr>
            <a:r>
              <a:t>G: nx.Graph</a:t>
            </a:r>
          </a:p>
          <a:p>
            <a:pPr lvl="1">
              <a:defRPr sz="2000">
                <a:solidFill>
                  <a:srgbClr val="414141"/>
                </a:solidFill>
              </a:defRPr>
            </a:pPr>
            <a:r>
              <a:t>poses: dict[str, np.array(3)]</a:t>
            </a:r>
          </a:p>
          <a:p>
            <a:pPr>
              <a:defRPr sz="2200">
                <a:solidFill>
                  <a:srgbClr val="232323"/>
                </a:solidFill>
              </a:defRPr>
            </a:pPr>
            <a:r>
              <a:t>Planner → Metrics</a:t>
            </a:r>
          </a:p>
          <a:p>
            <a:pPr lvl="1">
              <a:defRPr sz="2000">
                <a:solidFill>
                  <a:srgbClr val="414141"/>
                </a:solidFill>
              </a:defRPr>
            </a:pPr>
            <a:r>
              <a:t>planned_path: list[str]</a:t>
            </a:r>
          </a:p>
          <a:p>
            <a:pPr>
              <a:defRPr sz="2200">
                <a:solidFill>
                  <a:srgbClr val="232323"/>
                </a:solidFill>
              </a:defRPr>
            </a:pPr>
            <a:r>
              <a:t>Tasks → Metrics</a:t>
            </a:r>
          </a:p>
          <a:p>
            <a:pPr lvl="1">
              <a:defRPr sz="2000">
                <a:solidFill>
                  <a:srgbClr val="414141"/>
                </a:solidFill>
              </a:defRPr>
            </a:pPr>
            <a:r>
              <a:t>true_path: list[str], instruction: str</a:t>
            </a:r>
          </a:p>
          <a:p>
            <a:pPr>
              <a:defRPr sz="2200">
                <a:solidFill>
                  <a:srgbClr val="232323"/>
                </a:solidFill>
              </a:defRPr>
            </a:pPr>
            <a:r>
              <a:t>Metrics → Export</a:t>
            </a:r>
          </a:p>
          <a:p>
            <a:pPr lvl="1">
              <a:defRPr sz="2000">
                <a:solidFill>
                  <a:srgbClr val="414141"/>
                </a:solidFill>
              </a:defRPr>
            </a:pPr>
            <a:r>
              <a:t>metrics: dict[str, float] and/or pandas.DataFrame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141414"/>
                </a:solidFill>
              </a:rPr>
              <a:t>Outputs Produced When It Runs (X)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11556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32323"/>
                </a:solidFill>
              </a:defRPr>
            </a:pPr>
            <a:r>
              <a:t>Graph artifact</a:t>
            </a:r>
          </a:p>
          <a:p>
            <a:pPr lvl="1">
              <a:defRPr sz="2000">
                <a:solidFill>
                  <a:srgbClr val="414141"/>
                </a:solidFill>
              </a:defRPr>
            </a:pPr>
            <a:r>
              <a:t>&lt;scene_id&gt;_graph.json</a:t>
            </a:r>
          </a:p>
          <a:p>
            <a:pPr>
              <a:defRPr sz="2200">
                <a:solidFill>
                  <a:srgbClr val="232323"/>
                </a:solidFill>
              </a:defRPr>
            </a:pPr>
            <a:r>
              <a:t>Per-task planned paths</a:t>
            </a:r>
          </a:p>
          <a:p>
            <a:pPr lvl="1">
              <a:defRPr sz="2000">
                <a:solidFill>
                  <a:srgbClr val="414141"/>
                </a:solidFill>
              </a:defRPr>
            </a:pPr>
            <a:r>
              <a:t>planned_paths/&lt;scene_id&gt;_path_&lt;path_id&gt;_planned.json</a:t>
            </a:r>
          </a:p>
          <a:p>
            <a:pPr>
              <a:defRPr sz="2200">
                <a:solidFill>
                  <a:srgbClr val="232323"/>
                </a:solidFill>
              </a:defRPr>
            </a:pPr>
            <a:r>
              <a:t>Reports / exports</a:t>
            </a:r>
          </a:p>
          <a:p>
            <a:pPr lvl="1">
              <a:defRPr sz="2000">
                <a:solidFill>
                  <a:srgbClr val="414141"/>
                </a:solidFill>
              </a:defRPr>
            </a:pPr>
            <a:r>
              <a:t>all_task_results.csv</a:t>
            </a:r>
          </a:p>
          <a:p>
            <a:pPr lvl="1">
              <a:defRPr sz="2000">
                <a:solidFill>
                  <a:srgbClr val="414141"/>
                </a:solidFill>
              </a:defRPr>
            </a:pPr>
            <a:r>
              <a:t>scene_metrics.csv</a:t>
            </a:r>
          </a:p>
          <a:p>
            <a:pPr lvl="1">
              <a:defRPr sz="2000">
                <a:solidFill>
                  <a:srgbClr val="414141"/>
                </a:solidFill>
              </a:defRPr>
            </a:pPr>
            <a:r>
              <a:t>successful_tasks.csv</a:t>
            </a:r>
          </a:p>
          <a:p>
            <a:pPr lvl="1">
              <a:defRPr sz="2000">
                <a:solidFill>
                  <a:srgbClr val="414141"/>
                </a:solidFill>
              </a:defRPr>
            </a:pPr>
            <a:r>
              <a:t>summary_report.txt</a:t>
            </a:r>
          </a:p>
          <a:p>
            <a:pPr lvl="1">
              <a:defRPr sz="2000">
                <a:solidFill>
                  <a:srgbClr val="414141"/>
                </a:solidFill>
              </a:defRPr>
            </a:pPr>
            <a:r>
              <a:t>paths_export.csv, path_visualization.json (if those cells are run)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141414"/>
                </a:solidFill>
              </a:rPr>
              <a:t>Proof of Execution (what to show)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11556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32323"/>
                </a:solidFill>
              </a:defRPr>
            </a:pPr>
            <a:r>
              <a:t>Console output</a:t>
            </a:r>
          </a:p>
          <a:p>
            <a:pPr lvl="1">
              <a:defRPr sz="2000">
                <a:solidFill>
                  <a:srgbClr val="414141"/>
                </a:solidFill>
              </a:defRPr>
            </a:pPr>
            <a:r>
              <a:t>Number of tasks loaded for the scene</a:t>
            </a:r>
          </a:p>
          <a:p>
            <a:pPr lvl="1">
              <a:defRPr sz="2000">
                <a:solidFill>
                  <a:srgbClr val="414141"/>
                </a:solidFill>
              </a:defRPr>
            </a:pPr>
            <a:r>
              <a:t>Planner output: planned path length / success count</a:t>
            </a:r>
          </a:p>
          <a:p>
            <a:pPr>
              <a:defRPr sz="2200">
                <a:solidFill>
                  <a:srgbClr val="232323"/>
                </a:solidFill>
              </a:defRPr>
            </a:pPr>
            <a:r>
              <a:t>Generated files</a:t>
            </a:r>
          </a:p>
          <a:p>
            <a:pPr lvl="1">
              <a:defRPr sz="2000">
                <a:solidFill>
                  <a:srgbClr val="414141"/>
                </a:solidFill>
              </a:defRPr>
            </a:pPr>
            <a:r>
              <a:t>Show CSV/JSON files created after execution</a:t>
            </a:r>
          </a:p>
          <a:p>
            <a:pPr lvl="1">
              <a:defRPr sz="2000">
                <a:solidFill>
                  <a:srgbClr val="414141"/>
                </a:solidFill>
              </a:defRPr>
            </a:pPr>
            <a:r>
              <a:t>Open scene_metrics.csv and point to key columns</a:t>
            </a:r>
          </a:p>
          <a:p>
            <a:pPr>
              <a:defRPr sz="2200">
                <a:solidFill>
                  <a:srgbClr val="232323"/>
                </a:solidFill>
              </a:defRPr>
            </a:pPr>
            <a:r>
              <a:t>One example episode</a:t>
            </a:r>
          </a:p>
          <a:p>
            <a:pPr lvl="1">
              <a:defRPr sz="2000">
                <a:solidFill>
                  <a:srgbClr val="414141"/>
                </a:solidFill>
              </a:defRPr>
            </a:pPr>
            <a:r>
              <a:t>Show true_path vs planned_path</a:t>
            </a:r>
          </a:p>
          <a:p>
            <a:pPr lvl="1">
              <a:defRPr sz="2000">
                <a:solidFill>
                  <a:srgbClr val="414141"/>
                </a:solidFill>
              </a:defRPr>
            </a:pPr>
            <a:r>
              <a:t>Show navigation error computed using poses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141414"/>
                </a:solidFill>
              </a:rPr>
              <a:t>Issues That Still Remain (Even When Working)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11556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32323"/>
                </a:solidFill>
              </a:defRPr>
            </a:pPr>
            <a:r>
              <a:t>Robustness</a:t>
            </a:r>
          </a:p>
          <a:p>
            <a:pPr lvl="1">
              <a:defRPr sz="2000">
                <a:solidFill>
                  <a:srgbClr val="414141"/>
                </a:solidFill>
              </a:defRPr>
            </a:pPr>
            <a:r>
              <a:t>Hard-coded paths and scene_id; should be parameterized.</a:t>
            </a:r>
          </a:p>
          <a:p>
            <a:pPr lvl="1">
              <a:defRPr sz="2000">
                <a:solidFill>
                  <a:srgbClr val="414141"/>
                </a:solidFill>
              </a:defRPr>
            </a:pPr>
            <a:r>
              <a:t>Limited validation for missing keys / missing poses.</a:t>
            </a:r>
          </a:p>
          <a:p>
            <a:pPr>
              <a:defRPr sz="2200">
                <a:solidFill>
                  <a:srgbClr val="232323"/>
                </a:solidFill>
              </a:defRPr>
            </a:pPr>
            <a:r>
              <a:t>Metrics quality</a:t>
            </a:r>
          </a:p>
          <a:p>
            <a:pPr lvl="1">
              <a:defRPr sz="2000">
                <a:solidFill>
                  <a:srgbClr val="414141"/>
                </a:solidFill>
              </a:defRPr>
            </a:pPr>
            <a:r>
              <a:t>Overlap metric ignores order (set intersection).</a:t>
            </a:r>
          </a:p>
          <a:p>
            <a:pPr lvl="1">
              <a:defRPr sz="2000">
                <a:solidFill>
                  <a:srgbClr val="414141"/>
                </a:solidFill>
              </a:defRPr>
            </a:pPr>
            <a:r>
              <a:t>Unweighted shortest path can ignore physical distance.</a:t>
            </a:r>
          </a:p>
          <a:p>
            <a:pPr>
              <a:defRPr sz="2200">
                <a:solidFill>
                  <a:srgbClr val="232323"/>
                </a:solidFill>
              </a:defRPr>
            </a:pPr>
            <a:r>
              <a:t>SLAM module</a:t>
            </a:r>
          </a:p>
          <a:p>
            <a:pPr lvl="1">
              <a:defRPr sz="2000">
                <a:solidFill>
                  <a:srgbClr val="414141"/>
                </a:solidFill>
              </a:defRPr>
            </a:pPr>
            <a:r>
              <a:t>SimpleSLAM is a placeholder; not true SLAM.</a:t>
            </a:r>
          </a:p>
          <a:p>
            <a:pPr>
              <a:defRPr sz="2200">
                <a:solidFill>
                  <a:srgbClr val="232323"/>
                </a:solidFill>
              </a:defRPr>
            </a:pPr>
            <a:r>
              <a:t>Notebook design</a:t>
            </a:r>
          </a:p>
          <a:p>
            <a:pPr lvl="1">
              <a:defRPr sz="2000">
                <a:solidFill>
                  <a:srgbClr val="414141"/>
                </a:solidFill>
              </a:defRPr>
            </a:pPr>
            <a:r>
              <a:t>Globals + repeated code → hard to maintain/test.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141414"/>
                </a:solidFill>
              </a:rPr>
              <a:t>What’s Most Useful for Your Task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11556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32323"/>
                </a:solidFill>
              </a:defRPr>
            </a:pPr>
            <a:r>
              <a:t>Reuse immediately</a:t>
            </a:r>
          </a:p>
          <a:p>
            <a:pPr lvl="1">
              <a:defRPr sz="2000">
                <a:solidFill>
                  <a:srgbClr val="414141"/>
                </a:solidFill>
              </a:defRPr>
            </a:pPr>
            <a:r>
              <a:t>Graph builder (connectivity → nx.Graph)</a:t>
            </a:r>
          </a:p>
          <a:p>
            <a:pPr lvl="1">
              <a:defRPr sz="2000">
                <a:solidFill>
                  <a:srgbClr val="414141"/>
                </a:solidFill>
              </a:defRPr>
            </a:pPr>
            <a:r>
              <a:t>A* / weighted planner using poses</a:t>
            </a:r>
          </a:p>
          <a:p>
            <a:pPr lvl="1">
              <a:defRPr sz="2000">
                <a:solidFill>
                  <a:srgbClr val="414141"/>
                </a:solidFill>
              </a:defRPr>
            </a:pPr>
            <a:r>
              <a:t>Batch evaluation + CSV exports</a:t>
            </a:r>
          </a:p>
          <a:p>
            <a:pPr>
              <a:defRPr sz="2200">
                <a:solidFill>
                  <a:srgbClr val="232323"/>
                </a:solidFill>
              </a:defRPr>
            </a:pPr>
            <a:r>
              <a:t>Next upgrades</a:t>
            </a:r>
          </a:p>
          <a:p>
            <a:pPr lvl="1">
              <a:defRPr sz="2000">
                <a:solidFill>
                  <a:srgbClr val="414141"/>
                </a:solidFill>
              </a:defRPr>
            </a:pPr>
            <a:r>
              <a:t>Replace placeholder SLAM with SLAM Toolbox outputs (map + pose)</a:t>
            </a:r>
          </a:p>
          <a:p>
            <a:pPr lvl="1">
              <a:defRPr sz="2000">
                <a:solidFill>
                  <a:srgbClr val="414141"/>
                </a:solidFill>
              </a:defRPr>
            </a:pPr>
            <a:r>
              <a:t>Use weighted planning by default</a:t>
            </a:r>
          </a:p>
          <a:p>
            <a:pPr lvl="1">
              <a:defRPr sz="2000">
                <a:solidFill>
                  <a:srgbClr val="414141"/>
                </a:solidFill>
              </a:defRPr>
            </a:pPr>
            <a:r>
              <a:t>Refactor into functions/CLI so it runs for any scene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597</Words>
  <Application>Microsoft Macintosh PowerPoint</Application>
  <PresentationFormat>Widescreen</PresentationFormat>
  <Paragraphs>84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Rishubh Gusain</cp:lastModifiedBy>
  <cp:revision>2</cp:revision>
  <dcterms:created xsi:type="dcterms:W3CDTF">2013-01-27T09:14:16Z</dcterms:created>
  <dcterms:modified xsi:type="dcterms:W3CDTF">2026-02-26T20:19:05Z</dcterms:modified>
  <cp:category/>
</cp:coreProperties>
</file>